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02"/>
    <p:restoredTop sz="94719"/>
  </p:normalViewPr>
  <p:slideViewPr>
    <p:cSldViewPr snapToGrid="0">
      <p:cViewPr varScale="1">
        <p:scale>
          <a:sx n="78" d="100"/>
          <a:sy n="78" d="100"/>
        </p:scale>
        <p:origin x="117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9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3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53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6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8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4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1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0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47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37FAD-E095-CB45-BCA9-B0138BE87955}" type="datetimeFigureOut">
              <a:rPr lang="en-US" smtClean="0"/>
              <a:t>29-Oct-25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34B1C-5D16-6645-BA07-2A380479D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1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68C73-A3EE-890F-06C7-83E547326C44}"/>
              </a:ext>
            </a:extLst>
          </p:cNvPr>
          <p:cNvSpPr txBox="1"/>
          <p:nvPr/>
        </p:nvSpPr>
        <p:spPr>
          <a:xfrm>
            <a:off x="2099172" y="2390640"/>
            <a:ext cx="49456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DLC </a:t>
            </a:r>
            <a:r>
              <a:rPr lang="en-US" sz="4400" b="1" dirty="0"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ASSIGNMENT</a:t>
            </a:r>
            <a:endParaRPr lang="en-US" sz="4000" b="1" dirty="0"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E5799-854E-3943-0FF5-C21530BAC96D}"/>
              </a:ext>
            </a:extLst>
          </p:cNvPr>
          <p:cNvSpPr txBox="1"/>
          <p:nvPr/>
        </p:nvSpPr>
        <p:spPr>
          <a:xfrm>
            <a:off x="1492629" y="3266683"/>
            <a:ext cx="6158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Presented By – Mohammad </a:t>
            </a:r>
            <a:r>
              <a:rPr lang="en-US" sz="2400" dirty="0" err="1"/>
              <a:t>Sohanur</a:t>
            </a:r>
            <a:r>
              <a:rPr lang="en-US" sz="2400" dirty="0"/>
              <a:t> Rahman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075BD-57A2-D188-D81D-739E8A174F1E}"/>
              </a:ext>
            </a:extLst>
          </p:cNvPr>
          <p:cNvSpPr txBox="1"/>
          <p:nvPr/>
        </p:nvSpPr>
        <p:spPr>
          <a:xfrm>
            <a:off x="3493817" y="3834950"/>
            <a:ext cx="2156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ID: 23-53829-3</a:t>
            </a:r>
          </a:p>
        </p:txBody>
      </p:sp>
    </p:spTree>
    <p:extLst>
      <p:ext uri="{BB962C8B-B14F-4D97-AF65-F5344CB8AC3E}">
        <p14:creationId xmlns:p14="http://schemas.microsoft.com/office/powerpoint/2010/main" val="207733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7F5984-4740-18DD-786D-CD7E8AF7DD3D}"/>
              </a:ext>
            </a:extLst>
          </p:cNvPr>
          <p:cNvSpPr txBox="1"/>
          <p:nvPr/>
        </p:nvSpPr>
        <p:spPr>
          <a:xfrm>
            <a:off x="115910" y="429365"/>
            <a:ext cx="89121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Recently, while traveling by metro in Dhaka, you noticed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automatic crowd management system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at the platform entry. For safety reasons,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only 10 passengers are allowed on the platform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at a time. A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boundary line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 marked before the platform gates.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Each passenger’s ticket card has an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RFID sensor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that detects entry.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If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more than 3 passengers cross the yellow line simultaneously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an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alarm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should trigger.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alarm should be activated only when and as long as this condition is met.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synchronous counter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keeps track of the number of people inside the platform. In a day a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maximum of 20 tickets is issued.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555 timer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 used to generate the clock for both counter and alarm.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FSM states are encoded as the following: (IDLE → CHECK → OPEN → CLOSE).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platform monitoring system sends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current passenger count to the control room in analog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form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via DAC, while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ADC is used to read sensor inputs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180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8067498-1261-E161-CD6D-030A5B81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4" b="70176"/>
          <a:stretch>
            <a:fillRect/>
          </a:stretch>
        </p:blipFill>
        <p:spPr>
          <a:xfrm>
            <a:off x="747550" y="1928610"/>
            <a:ext cx="7648900" cy="3000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8604F8-4A12-820D-21BA-6751CE336BEE}"/>
              </a:ext>
            </a:extLst>
          </p:cNvPr>
          <p:cNvSpPr txBox="1"/>
          <p:nvPr/>
        </p:nvSpPr>
        <p:spPr>
          <a:xfrm>
            <a:off x="634284" y="578253"/>
            <a:ext cx="7875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1.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Sketch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block diagram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of the system showing RFID sensors, ADC, synchronous counter, FSM, DAC, and alarm unit.</a:t>
            </a:r>
          </a:p>
        </p:txBody>
      </p:sp>
    </p:spTree>
    <p:extLst>
      <p:ext uri="{BB962C8B-B14F-4D97-AF65-F5344CB8AC3E}">
        <p14:creationId xmlns:p14="http://schemas.microsoft.com/office/powerpoint/2010/main" val="1226041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7C61DC-8796-D394-1829-AEBFA8FD8E3F}"/>
              </a:ext>
            </a:extLst>
          </p:cNvPr>
          <p:cNvSpPr txBox="1"/>
          <p:nvPr/>
        </p:nvSpPr>
        <p:spPr>
          <a:xfrm>
            <a:off x="415344" y="143333"/>
            <a:ext cx="8313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2.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Demonstrate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how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FSM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transitions between IDLE, CHECK, OPEN, and CLOSE states depending on counter values. The FSM transitions from OPEN to CLOSE after 20 tickets are issued.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Also,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show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Verilog HDL code for the system. </a:t>
            </a:r>
            <a:r>
              <a:rPr lang="en-US" dirty="0">
                <a:solidFill>
                  <a:srgbClr val="E60006"/>
                </a:solidFill>
                <a:effectLst/>
                <a:latin typeface="Times New Roman" panose="02020603050405020304" pitchFamily="18" charset="0"/>
              </a:rPr>
              <a:t>[Hint: Use a done-type signal from the counter to transition from OPEN to CLOSE state.]</a:t>
            </a:r>
          </a:p>
        </p:txBody>
      </p:sp>
      <p:pic>
        <p:nvPicPr>
          <p:cNvPr id="9" name="Picture 8" descr="A close-up of a paper with text&#10;&#10;AI-generated content may be incorrect.">
            <a:extLst>
              <a:ext uri="{FF2B5EF4-FFF2-40B4-BE49-F238E27FC236}">
                <a16:creationId xmlns:a16="http://schemas.microsoft.com/office/drawing/2014/main" id="{50612180-DACF-EEFC-7314-9E6CDDAE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8" r="9873" b="60939"/>
          <a:stretch>
            <a:fillRect/>
          </a:stretch>
        </p:blipFill>
        <p:spPr>
          <a:xfrm>
            <a:off x="4795024" y="3028089"/>
            <a:ext cx="4348976" cy="2550017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D52996CA-21C7-0114-B0AF-4A31BC201B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672"/>
          <a:stretch>
            <a:fillRect/>
          </a:stretch>
        </p:blipFill>
        <p:spPr>
          <a:xfrm>
            <a:off x="104388" y="1891530"/>
            <a:ext cx="4854334" cy="482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9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2EA8-D5EC-47B4-E219-73273FE4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160FD2-5199-9D42-DE57-1162BD02A210}"/>
              </a:ext>
            </a:extLst>
          </p:cNvPr>
          <p:cNvSpPr txBox="1"/>
          <p:nvPr/>
        </p:nvSpPr>
        <p:spPr>
          <a:xfrm>
            <a:off x="415344" y="143333"/>
            <a:ext cx="8313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2.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Demonstrate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how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FSM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transitions between IDLE, CHECK, OPEN, and CLOSE states depending on counter values. The FSM transitions from OPEN to CLOSE after 20 tickets are issued.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Also,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show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Verilog HDL code for the system. </a:t>
            </a:r>
            <a:r>
              <a:rPr lang="en-US" dirty="0">
                <a:solidFill>
                  <a:srgbClr val="E60006"/>
                </a:solidFill>
                <a:effectLst/>
                <a:latin typeface="Times New Roman" panose="02020603050405020304" pitchFamily="18" charset="0"/>
              </a:rPr>
              <a:t>[Hint: Use a done-type signal from the counter to transition from OPEN to CLOSE state.]</a:t>
            </a:r>
          </a:p>
        </p:txBody>
      </p:sp>
      <p:pic>
        <p:nvPicPr>
          <p:cNvPr id="9" name="Picture 8" descr="A close-up of a paper with text&#10;&#10;AI-generated content may be incorrect.">
            <a:extLst>
              <a:ext uri="{FF2B5EF4-FFF2-40B4-BE49-F238E27FC236}">
                <a16:creationId xmlns:a16="http://schemas.microsoft.com/office/drawing/2014/main" id="{27E85FE3-584F-60A3-5F92-F9BE81AA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9" t="37348" r="-88" b="4812"/>
          <a:stretch>
            <a:fillRect/>
          </a:stretch>
        </p:blipFill>
        <p:spPr>
          <a:xfrm>
            <a:off x="1903730" y="1764404"/>
            <a:ext cx="5336539" cy="443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7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CEA5BF26-5E42-EC4D-CC2B-F016310E2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94" b="45925"/>
          <a:stretch>
            <a:fillRect/>
          </a:stretch>
        </p:blipFill>
        <p:spPr>
          <a:xfrm>
            <a:off x="127000" y="1269999"/>
            <a:ext cx="6346265" cy="50396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5C6F70-5833-4987-A0FE-B603DA28BC8D}"/>
              </a:ext>
            </a:extLst>
          </p:cNvPr>
          <p:cNvSpPr txBox="1"/>
          <p:nvPr/>
        </p:nvSpPr>
        <p:spPr>
          <a:xfrm>
            <a:off x="232334" y="114638"/>
            <a:ext cx="81496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3.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alarm should trigger if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more than 3 passengers cross simultaneously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Show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the simplified Boolean expression for this condition.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Show 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using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only NAND gates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Show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how this logic controls timer.</a:t>
            </a:r>
          </a:p>
        </p:txBody>
      </p:sp>
      <p:pic>
        <p:nvPicPr>
          <p:cNvPr id="8" name="Picture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ACF81BB4-82E4-B499-6110-79962656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0" t="55577" r="12556" b="16215"/>
          <a:stretch>
            <a:fillRect/>
          </a:stretch>
        </p:blipFill>
        <p:spPr>
          <a:xfrm>
            <a:off x="4025899" y="1384299"/>
            <a:ext cx="5118101" cy="26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5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DC39B7-F8B5-1CA8-5B7D-2D2143DFF768}"/>
              </a:ext>
            </a:extLst>
          </p:cNvPr>
          <p:cNvSpPr txBox="1"/>
          <p:nvPr/>
        </p:nvSpPr>
        <p:spPr>
          <a:xfrm>
            <a:off x="165100" y="101938"/>
            <a:ext cx="9131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4.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Show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the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555-timer circuit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for the alarm with frequency = P5 Hz and duty cycle = Q% [where P = M+E+T+R+O, Q = 100 – P]. If P5 is not within 250–4500 Hz, set f = 400 Hz.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Select the most suitable capacitor from 50 </a:t>
            </a:r>
            <a:r>
              <a:rPr lang="el-GR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μ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F, 250 </a:t>
            </a:r>
            <a:r>
              <a:rPr lang="el-GR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μ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F, or 470 </a:t>
            </a:r>
            <a:r>
              <a:rPr lang="el-GR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μ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F. </a:t>
            </a:r>
            <a:r>
              <a:rPr lang="en-US" dirty="0">
                <a:solidFill>
                  <a:srgbClr val="E60006"/>
                </a:solidFill>
                <a:effectLst/>
                <a:latin typeface="Times New Roman" panose="02020603050405020304" pitchFamily="18" charset="0"/>
              </a:rPr>
              <a:t>[Hint: If P=20, then P5=205.]</a:t>
            </a:r>
            <a:endParaRPr lang="en-US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09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468</Words>
  <Application>Microsoft Office PowerPoint</Application>
  <PresentationFormat>On-screen Show (4:3)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Helvetica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SAZID AHMED EKRAM</dc:creator>
  <cp:lastModifiedBy>MOHAMMAD SOHANUR RAHMAN</cp:lastModifiedBy>
  <cp:revision>4</cp:revision>
  <dcterms:created xsi:type="dcterms:W3CDTF">2025-09-15T16:42:31Z</dcterms:created>
  <dcterms:modified xsi:type="dcterms:W3CDTF">2025-10-29T04:02:25Z</dcterms:modified>
</cp:coreProperties>
</file>